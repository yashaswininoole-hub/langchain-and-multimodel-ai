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833" r:id="rId2"/>
    <p:sldId id="803" r:id="rId3"/>
    <p:sldId id="266" r:id="rId4"/>
    <p:sldId id="834" r:id="rId5"/>
    <p:sldId id="836" r:id="rId6"/>
    <p:sldId id="835" r:id="rId7"/>
    <p:sldId id="449" r:id="rId8"/>
    <p:sldId id="832" r:id="rId9"/>
    <p:sldId id="831" r:id="rId10"/>
    <p:sldId id="813" r:id="rId11"/>
    <p:sldId id="444" r:id="rId12"/>
    <p:sldId id="814" r:id="rId13"/>
    <p:sldId id="267" r:id="rId14"/>
    <p:sldId id="7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3611A-87CA-4A2B-BDCE-15E3C9CA447C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8AC10-1033-494F-A2A4-DAAEC737F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88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D6629-773B-CE8A-0831-AFC9C9FA1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4A30D-A0CD-12CE-0525-B54DC3EAF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E2BF0-3FA2-ECE6-E5F9-36361E17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09FA0-DEF9-4AF6-A619-2AF9B1C44BED}" type="datetime1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D17AD-2F64-A963-99EC-BF319A49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6861-96BD-3E81-176A-6198CC892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04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F1E5-433B-E647-0655-C17D4DD3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05DC8-1759-71C5-6EC1-1A19D5F63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4235-3011-E93F-7A98-46F9B5FE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0ACD-C342-4328-A886-7602945F0663}" type="datetime1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7E2D-5837-A79A-04EF-EA56DC4C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0EE18-DFBF-AC2F-E354-56C386FD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79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E91C-6779-7A46-5CB9-40410E1C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6A0BD-AA5C-E08D-238A-83E8FDF68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1CCD7-8B43-93FE-BE26-64FFBB3C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016B-F048-4AC4-9CD9-7F582F44BA45}" type="datetime1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80824-8D50-2CF0-6F57-75D3B7C65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6CA2D-FF38-B58A-4CFC-0BD4380B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8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6BC0-8A38-487C-8842-829112025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718C8-689F-1702-BEAC-11893C9DC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1F3D-02A0-AD64-81FC-EAA793B0A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1FD6C-4D3C-CD06-D480-08300F41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E74B-C836-4E7B-9772-A4765C85DBA0}" type="datetime1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C76B6-19E5-6CC2-3D34-D6F4A87A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0DD8E-4740-F748-D39D-186FA52DA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87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4BEF-2D46-D4BA-BC94-39D002B8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16E7-B12F-D129-793A-871F37A62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D515-7AFC-1C6A-0B09-69B8D705E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BB77BE-E986-35CD-FA7C-C71A4D55B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F6D00-E147-8ABE-2969-DA160363B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979B63-FFE4-2B5A-2301-1DCBE6A7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55845-6AC5-4499-969B-E5775E5698B9}" type="datetime1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6E6304-733C-7F04-488A-099006073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08030-7CBC-A9B0-3228-27AC182F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57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A29C-D376-02DA-24F3-79EBCF9F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CFC5B-0FCC-A13A-72DA-2040A2E8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21760-9BFD-4ADE-A86C-3778BE89FB3D}" type="datetime1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789E6-A861-B226-B151-7E702720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1CA61-BA01-3034-74C4-CCE5EF90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71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5D2A9-1C60-7120-6E64-7C1460C4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8975D-B0AE-4F57-A484-3B78759B0A99}" type="datetime1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40EEC0-E3F0-C579-4B3C-79523A48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3C54C-9F04-4636-8709-BEC4AB21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08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54F0-B568-5076-B19E-9C8C3DF1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75016-3A23-6470-AD22-C9F1D707D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EC08-2A41-D1D4-007B-82E2BC840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48576-D6F9-F579-B063-14AF316E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BDEF6-1F74-40AC-AFA4-060289FD2BC7}" type="datetime1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58C28-7B3B-2C73-587F-1943A2C7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7AF08-7DD4-EEBC-49C4-93DDD8B3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4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CA47-A814-5423-7C01-6B84BC2E7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AA96C-EB03-FD86-05E6-4F4BE228FA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08C58-5475-FEB4-5857-F04A5776E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92483-41EA-EFCF-87C0-E0563FF36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BD888-97E2-47FB-9922-9761528FB9DA}" type="datetime1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D8D2D-602B-40A7-3363-F5B2D882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D50F2-E25A-1CEA-A183-CDDB44B6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24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86BB-8A44-DE01-B5E2-D6909804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F448E-B2D3-2D3B-565E-657E849E7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99B29-A119-3678-C480-F5B31867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9D7FC-6FCF-460C-8B0C-9D10F5891AFD}" type="datetime1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0433C-5C5A-6B72-56C6-0E8C89F4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F2837-1902-07A8-82EE-97B5A3A3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0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87452-C196-E440-AA68-E06AC8A28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551BE-AB5B-6C4D-64E0-8AD253F30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D466-3FF6-EAF7-6C2D-9ABED55E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B417-2177-4C57-AB8B-6C6FBB4769C3}" type="datetime1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B8A15-5848-00B1-40E6-3CCC40F5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0019D-411D-2A07-B693-9228088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00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52499-0F95-D863-6D38-7D76DC8E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0D9F1-0E23-0C51-79AD-C8D4CB057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DBD65-9218-3409-012D-82EA91164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4D0F0-DBC4-4ACE-81BB-9550F8A057AE}" type="datetime1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7C140-B3C1-A7A1-34DB-0ED084FCD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DS Gen AI Dr Ganapathi Raju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EEB05-91EC-FA54-B286-08F41DE96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988BD-AA59-46FD-9B2E-466CA94CDF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79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0909D-5FD4-0780-8563-03C81C54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CD0F55-5938-7F19-07EE-D1D65E97C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IN" sz="7200">
                <a:latin typeface="Algerian" panose="04020705040A02060702" pitchFamily="82" charset="0"/>
              </a:rPr>
              <a:t>RAG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93F2BD35-5EAF-983E-13DD-549679A12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IN" sz="2800">
                <a:latin typeface="Algerian" panose="04020705040A02060702" pitchFamily="82" charset="0"/>
              </a:rPr>
              <a:t>With Vector Databases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74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B99B-74F5-8BBC-DAD5-76A8CA36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BF5CB-656E-7D33-DCB7-2BC753B3C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RAG (Retrieval-Augmented Generation) 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 a powerful technique that combines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retrieval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from external data sources with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text generation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from large language models (LLMs).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It’s useful when you want an LLM (like </a:t>
            </a:r>
            <a:r>
              <a:rPr lang="en-IN" sz="2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LLaMA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GPT, etc.) to answer questions using </a:t>
            </a:r>
            <a:r>
              <a:rPr lang="en-IN" sz="2400" i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your own data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not just what it was trained 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73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FBCB-120B-A467-B810-6E0BFEE8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Why Use RAG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0B62-9A5E-13B5-B2E0-DB0CD4B1B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Keeps LLM responses </a:t>
            </a:r>
            <a:r>
              <a:rPr lang="en-IN" b="1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grounded in facts</a:t>
            </a:r>
            <a:endParaRPr lang="en-IN" kern="100" dirty="0">
              <a:effectLst/>
              <a:latin typeface="Time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Reduces hallucinations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You can keep your </a:t>
            </a:r>
            <a:r>
              <a:rPr lang="en-IN" b="1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data private</a:t>
            </a:r>
            <a:endParaRPr lang="en-IN" kern="100" dirty="0">
              <a:effectLst/>
              <a:latin typeface="Time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You can answer questions on </a:t>
            </a:r>
            <a:r>
              <a:rPr lang="en-IN" b="1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any document or domain</a:t>
            </a:r>
            <a:endParaRPr lang="en-IN" kern="100" dirty="0">
              <a:effectLst/>
              <a:latin typeface="Time"/>
              <a:ea typeface="Aptos" panose="020B0004020202020204" pitchFamily="34" charset="0"/>
              <a:cs typeface="Mangal" panose="02040503050203030202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36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33696-B2FF-202F-031C-DA991A8CC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6" y="108457"/>
            <a:ext cx="5534625" cy="6749543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91D667-1C5E-C791-99A6-BCD250925A31}"/>
              </a:ext>
            </a:extLst>
          </p:cNvPr>
          <p:cNvSpPr txBox="1">
            <a:spLocks/>
          </p:cNvSpPr>
          <p:nvPr/>
        </p:nvSpPr>
        <p:spPr>
          <a:xfrm>
            <a:off x="3383973" y="39629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704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B3F0A1-1297-1BDE-746E-24C1E0E7A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43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12FCEE-F0C7-030E-346F-DCCEC8585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09EC5-8567-44E6-0617-EBB578858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486" y="136525"/>
            <a:ext cx="4991914" cy="62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03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development&#10;&#10;AI-generated content may be incorrect.">
            <a:extLst>
              <a:ext uri="{FF2B5EF4-FFF2-40B4-BE49-F238E27FC236}">
                <a16:creationId xmlns:a16="http://schemas.microsoft.com/office/drawing/2014/main" id="{74FFF8CC-4464-8C7B-CAD2-284D9574A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7" y="1057818"/>
            <a:ext cx="11016343" cy="5674515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F9780DB-5D40-764F-DB95-DA9905A20F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952"/>
            <a:ext cx="3309257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13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3F0022A-43B6-008D-7B8D-89D440BF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pic>
        <p:nvPicPr>
          <p:cNvPr id="4" name="Picture 3" descr="A diagram of a virus&#10;&#10;AI-generated content may be incorrect.">
            <a:extLst>
              <a:ext uri="{FF2B5EF4-FFF2-40B4-BE49-F238E27FC236}">
                <a16:creationId xmlns:a16="http://schemas.microsoft.com/office/drawing/2014/main" id="{E2EF6392-D1FC-E4D4-E4A0-E100A45B4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19" y="1291405"/>
            <a:ext cx="11568162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05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C4C70-AFB0-8ED2-75C2-38A179487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  <p:pic>
        <p:nvPicPr>
          <p:cNvPr id="8" name="Picture 7" descr="A diagram of a software process">
            <a:extLst>
              <a:ext uri="{FF2B5EF4-FFF2-40B4-BE49-F238E27FC236}">
                <a16:creationId xmlns:a16="http://schemas.microsoft.com/office/drawing/2014/main" id="{283552CD-A0C4-E6EF-5215-72A33753C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53" y="866335"/>
            <a:ext cx="9755593" cy="451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86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7F7B09-D06F-476F-E423-8F30905C8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423" y="643467"/>
            <a:ext cx="8409154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007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57D1D5-E1B9-992F-2146-D4EC2F177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225" y="643467"/>
            <a:ext cx="10611549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356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AB39FB4-D55A-483B-F757-4AA4B25C1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66" y="643467"/>
            <a:ext cx="8570867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9168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E7BE-1C6C-7BEB-1240-D65D0C20A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C</a:t>
            </a:r>
            <a:r>
              <a:rPr lang="en-IN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omponents of RAG</a:t>
            </a:r>
            <a:endParaRPr lang="en-IN" sz="4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840541-BCBA-A09E-2573-75090E1E687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96180" y="2015152"/>
          <a:ext cx="8986684" cy="3463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93342">
                  <a:extLst>
                    <a:ext uri="{9D8B030D-6E8A-4147-A177-3AD203B41FA5}">
                      <a16:colId xmlns:a16="http://schemas.microsoft.com/office/drawing/2014/main" val="3253175976"/>
                    </a:ext>
                  </a:extLst>
                </a:gridCol>
                <a:gridCol w="4493342">
                  <a:extLst>
                    <a:ext uri="{9D8B030D-6E8A-4147-A177-3AD203B41FA5}">
                      <a16:colId xmlns:a16="http://schemas.microsoft.com/office/drawing/2014/main" val="3841115801"/>
                    </a:ext>
                  </a:extLst>
                </a:gridCol>
              </a:tblGrid>
              <a:tr h="4206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Component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</a:rPr>
                        <a:t>Role</a:t>
                      </a:r>
                      <a:endParaRPr lang="en-IN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4387569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Loader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"/>
                        </a:rPr>
                        <a:t>Gets documents into your system</a:t>
                      </a:r>
                      <a:endParaRPr lang="en-IN" sz="2000" kern="10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6370324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Splitter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Time"/>
                        </a:rPr>
                        <a:t>Prepares them for efficient processing</a:t>
                      </a:r>
                      <a:endParaRPr lang="en-IN" sz="2000" kern="10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58990622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Embedder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Turns text into vectors for search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79981407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Vector Store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Holds the searchable vector knowledge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407081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Retriever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Finds relevant info for a question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1146451"/>
                  </a:ext>
                </a:extLst>
              </a:tr>
              <a:tr h="4206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LLM Generator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Time"/>
                        </a:rPr>
                        <a:t>Reads the info and produces a smart, human-like response</a:t>
                      </a:r>
                      <a:endParaRPr lang="en-IN" sz="2000" kern="100" dirty="0">
                        <a:effectLst/>
                        <a:latin typeface="Time"/>
                        <a:ea typeface="Aptos" panose="020B0004020202020204" pitchFamily="34" charset="0"/>
                        <a:cs typeface="Mangal" panose="02040503050203030202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0132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20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BD1B7A-2735-7FD1-5CCA-CB86E106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DS Gen AI Dr Ganapathi Raju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246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170</Words>
  <Application>Microsoft Office PowerPoint</Application>
  <PresentationFormat>Widescreen</PresentationFormat>
  <Paragraphs>31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Algerian</vt:lpstr>
      <vt:lpstr>Aptos</vt:lpstr>
      <vt:lpstr>Aptos Display</vt:lpstr>
      <vt:lpstr>Arial</vt:lpstr>
      <vt:lpstr>Calibri</vt:lpstr>
      <vt:lpstr>Symbol</vt:lpstr>
      <vt:lpstr>Time</vt:lpstr>
      <vt:lpstr>Times New Roman</vt:lpstr>
      <vt:lpstr>Office Theme</vt:lpstr>
      <vt:lpstr>RAG</vt:lpstr>
      <vt:lpstr>RAG</vt:lpstr>
      <vt:lpstr>Why Use RAG?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Components of RAG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</dc:title>
  <dc:creator>Ganapathi Raju</dc:creator>
  <cp:lastModifiedBy>nvganapathi@outlook.com</cp:lastModifiedBy>
  <cp:revision>155</cp:revision>
  <dcterms:created xsi:type="dcterms:W3CDTF">2024-04-20T23:10:07Z</dcterms:created>
  <dcterms:modified xsi:type="dcterms:W3CDTF">2026-08-15T03:23:54Z</dcterms:modified>
</cp:coreProperties>
</file>